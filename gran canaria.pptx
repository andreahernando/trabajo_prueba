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5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04774-C6A4-45A0-AB72-2C2BADA78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54C287-F4A6-4D37-880D-E13ECB7F2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1E595B-40B8-44DB-A784-41C20DE20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2D750-9076-44DE-B450-68D837D8363D}" type="datetimeFigureOut">
              <a:rPr lang="es-ES" smtClean="0"/>
              <a:t>27/10/2021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0AC00C-FDBB-42AC-A7A1-740C0438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617271-A24A-4239-A962-85793F4BD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16F5-E266-4E53-82BC-4A8460679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8733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E4AD81-B15D-4733-A23D-1575008C6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E83AEA-F1F2-40B6-9C3A-618E527A8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0CD29D-6082-478B-8DAF-B6592A6D1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2D750-9076-44DE-B450-68D837D8363D}" type="datetimeFigureOut">
              <a:rPr lang="es-ES" smtClean="0"/>
              <a:t>27/10/2021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C214BE-F303-4F5C-970D-21E6C95AD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176F43-C3D0-4EF2-A145-F00E61EA3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16F5-E266-4E53-82BC-4A8460679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9981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177F5-EB2D-48B1-8341-4E1474B6B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44D9C9-FA87-4F96-81F8-5C9FE5D34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EBCE44-F7D2-4152-8B64-77CC1187B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2D750-9076-44DE-B450-68D837D8363D}" type="datetimeFigureOut">
              <a:rPr lang="es-ES" smtClean="0"/>
              <a:t>27/10/2021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BE045F-4E21-4913-BAA6-DFD20130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65C048-54B0-48E3-B880-5C4515D40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16F5-E266-4E53-82BC-4A8460679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286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F3C02-6EC5-4335-9CE0-1C42CE02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141811-62C1-4EFE-AB28-94F36F9F7F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F23554-31C5-4491-B1A9-329E93AE4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E001FA-3713-4B10-A19D-8C487F73C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2D750-9076-44DE-B450-68D837D8363D}" type="datetimeFigureOut">
              <a:rPr lang="es-ES" smtClean="0"/>
              <a:t>27/10/2021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204CC6-3B71-465E-9535-E4811BA82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CA5F52-7C2E-4C0A-9B61-EFCEE2A8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16F5-E266-4E53-82BC-4A8460679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5105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F93172-7823-431A-BB91-4D474BB31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EB3855-EA83-44BA-A5D8-567DB83C4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448F81D-C2BB-4919-8724-C42DC3F39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E6C52AD-D661-4F57-AF73-CC3D09220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D2FBF6-19A3-482E-91D5-1E36F807F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85E578-F0D1-40D2-B884-75754638A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2D750-9076-44DE-B450-68D837D8363D}" type="datetimeFigureOut">
              <a:rPr lang="es-ES" smtClean="0"/>
              <a:t>27/10/2021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A618ACA-3277-44FF-A112-03D2E7DA5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40F5B2-6006-422C-9BDC-0A0209CF7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16F5-E266-4E53-82BC-4A8460679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9006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20CDB-A6C4-4F92-8157-2BC95F4E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A363DA-DD07-4586-AB9F-28D582D18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2D750-9076-44DE-B450-68D837D8363D}" type="datetimeFigureOut">
              <a:rPr lang="es-ES" smtClean="0"/>
              <a:t>27/10/2021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B3E6A8-248F-4A84-9B55-FA05196FF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E39D95-CD33-4D8A-BA43-AA300D069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16F5-E266-4E53-82BC-4A8460679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7231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D124A8-396A-41F5-AE23-A14A6FEBA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2D750-9076-44DE-B450-68D837D8363D}" type="datetimeFigureOut">
              <a:rPr lang="es-ES" smtClean="0"/>
              <a:t>27/10/2021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B76EC56-F843-47F7-82C4-EA5BE4B27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17E31C-D252-489C-BDB4-56639BE61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16F5-E266-4E53-82BC-4A8460679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047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4C02B-36F1-45B7-A556-411FB5AE1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0A0E38-E145-47D3-8660-24D635D1C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596BF3-11E1-46CB-86FF-B52A7F194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190C75-BB86-48BB-9941-46A8EB481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2D750-9076-44DE-B450-68D837D8363D}" type="datetimeFigureOut">
              <a:rPr lang="es-ES" smtClean="0"/>
              <a:t>27/10/2021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65F4E3-3C36-4A3F-9E28-658FF4F6B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5AA4A3-990B-4EC1-83CD-2A6D2695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16F5-E266-4E53-82BC-4A8460679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6590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40C06-29E1-46C8-B254-178237F69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5972731-CDD1-4A49-B3D8-3FDA66931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0C337B-6D21-45DB-9C90-58FEC8F0F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1A0D5D-44E9-46B2-8EA0-7D61A965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2D750-9076-44DE-B450-68D837D8363D}" type="datetimeFigureOut">
              <a:rPr lang="es-ES" smtClean="0"/>
              <a:t>27/10/2021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A1DF20-53F9-4EBD-A4AA-7F7D6D634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D60042-0D0C-4489-BBC5-87253523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16F5-E266-4E53-82BC-4A8460679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416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7C381-9941-44FC-B991-DA9654C1C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D879E4-3B1B-4291-91B9-8B8062EB3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A95BBA-B1C8-48E7-BD3E-6240507F7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2D750-9076-44DE-B450-68D837D8363D}" type="datetimeFigureOut">
              <a:rPr lang="es-ES" smtClean="0"/>
              <a:t>27/10/2021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AC9FD4-D263-47D7-857B-278B39830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AD29CA-0E7E-4092-B81A-4162341C0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16F5-E266-4E53-82BC-4A8460679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864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EB405D5-0B63-4046-9AEE-FB967DC83F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B5F1C0-846A-4A0F-A347-BEAB0E83B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1D3638-265A-4486-92BA-2D348D1E9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2D750-9076-44DE-B450-68D837D8363D}" type="datetimeFigureOut">
              <a:rPr lang="es-ES" smtClean="0"/>
              <a:t>27/10/2021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0B7D75-CE37-42A2-A6EA-E41B4B54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7EA314-3B35-4424-9296-12A8AD27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016F5-E266-4E53-82BC-4A8460679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5481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B296305-9E86-4793-9E12-78B1F6F4C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66A5D7-4004-4C24-86D0-FD3C82C4F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C4D86A-9707-4983-8997-2FE8BD1FAD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2D750-9076-44DE-B450-68D837D8363D}" type="datetimeFigureOut">
              <a:rPr lang="es-ES" smtClean="0"/>
              <a:t>27/10/2021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126886-1853-47DA-9B87-9EA84E3CF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B5E73B-3DFA-4A20-AFA9-70E262F8BC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016F5-E266-4E53-82BC-4A8460679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5643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F0CDC-3D11-4C7F-8E4F-81CB0A6288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F2770A-F9EA-4E6F-81F3-9BD2250941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1026" name="Picture 2" descr="Ver las imágenes de origen">
            <a:extLst>
              <a:ext uri="{FF2B5EF4-FFF2-40B4-BE49-F238E27FC236}">
                <a16:creationId xmlns:a16="http://schemas.microsoft.com/office/drawing/2014/main" id="{27C06670-0883-4D49-A6C7-DC2035C82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731" y="0"/>
            <a:ext cx="96345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3AF6781F-D2D9-4AE6-BE2F-9B838259803D}"/>
              </a:ext>
            </a:extLst>
          </p:cNvPr>
          <p:cNvSpPr/>
          <p:nvPr/>
        </p:nvSpPr>
        <p:spPr>
          <a:xfrm>
            <a:off x="4591051" y="1419225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530FD53-2E4A-4E83-AF98-905712A295C7}"/>
              </a:ext>
            </a:extLst>
          </p:cNvPr>
          <p:cNvSpPr/>
          <p:nvPr/>
        </p:nvSpPr>
        <p:spPr>
          <a:xfrm>
            <a:off x="5225035" y="571881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0FEF54C-3717-4136-9A68-6F8A4B1D7612}"/>
              </a:ext>
            </a:extLst>
          </p:cNvPr>
          <p:cNvSpPr/>
          <p:nvPr/>
        </p:nvSpPr>
        <p:spPr>
          <a:xfrm>
            <a:off x="5394168" y="941388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F145E92-55F2-41AF-A460-5379D6CE00ED}"/>
              </a:ext>
            </a:extLst>
          </p:cNvPr>
          <p:cNvSpPr/>
          <p:nvPr/>
        </p:nvSpPr>
        <p:spPr>
          <a:xfrm>
            <a:off x="8068755" y="500983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7861792-D9B8-4FA4-8275-FA2C56297A55}"/>
              </a:ext>
            </a:extLst>
          </p:cNvPr>
          <p:cNvSpPr/>
          <p:nvPr/>
        </p:nvSpPr>
        <p:spPr>
          <a:xfrm>
            <a:off x="7690835" y="1182940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5A43B3F-7F6B-4E34-BD27-14973E33EA1D}"/>
              </a:ext>
            </a:extLst>
          </p:cNvPr>
          <p:cNvSpPr/>
          <p:nvPr/>
        </p:nvSpPr>
        <p:spPr>
          <a:xfrm>
            <a:off x="8068755" y="1092451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44688BE-1337-48E7-ACA3-87C2A00E7447}"/>
              </a:ext>
            </a:extLst>
          </p:cNvPr>
          <p:cNvSpPr/>
          <p:nvPr/>
        </p:nvSpPr>
        <p:spPr>
          <a:xfrm>
            <a:off x="6870955" y="1182939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B6A287A-061F-4D7C-B2D1-B17C1C90C741}"/>
              </a:ext>
            </a:extLst>
          </p:cNvPr>
          <p:cNvSpPr/>
          <p:nvPr/>
        </p:nvSpPr>
        <p:spPr>
          <a:xfrm>
            <a:off x="5603784" y="2911602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400EA90-8D46-40B3-B491-0F9F880C546B}"/>
              </a:ext>
            </a:extLst>
          </p:cNvPr>
          <p:cNvSpPr/>
          <p:nvPr/>
        </p:nvSpPr>
        <p:spPr>
          <a:xfrm>
            <a:off x="8074852" y="2210720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9DE15F1-08CF-476C-97B8-1F59C28A4C19}"/>
              </a:ext>
            </a:extLst>
          </p:cNvPr>
          <p:cNvSpPr/>
          <p:nvPr/>
        </p:nvSpPr>
        <p:spPr>
          <a:xfrm>
            <a:off x="7858125" y="1820863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F920EBE9-26ED-4716-8635-10F81432967D}"/>
              </a:ext>
            </a:extLst>
          </p:cNvPr>
          <p:cNvSpPr/>
          <p:nvPr/>
        </p:nvSpPr>
        <p:spPr>
          <a:xfrm>
            <a:off x="7163563" y="2434875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0E1747C-03B5-4B90-A9B6-079FBCA40645}"/>
              </a:ext>
            </a:extLst>
          </p:cNvPr>
          <p:cNvSpPr/>
          <p:nvPr/>
        </p:nvSpPr>
        <p:spPr>
          <a:xfrm>
            <a:off x="8415592" y="3319845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B9F6A196-C711-4083-A330-3007EDFEAFC0}"/>
              </a:ext>
            </a:extLst>
          </p:cNvPr>
          <p:cNvSpPr/>
          <p:nvPr/>
        </p:nvSpPr>
        <p:spPr>
          <a:xfrm>
            <a:off x="8415592" y="2911602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B44A861-3EE7-4A32-B24F-DCA32C6B7084}"/>
              </a:ext>
            </a:extLst>
          </p:cNvPr>
          <p:cNvSpPr/>
          <p:nvPr/>
        </p:nvSpPr>
        <p:spPr>
          <a:xfrm>
            <a:off x="8153718" y="2689462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2B9F0DF1-A6FC-4A2F-ACBB-6E1D3F528050}"/>
              </a:ext>
            </a:extLst>
          </p:cNvPr>
          <p:cNvSpPr/>
          <p:nvPr/>
        </p:nvSpPr>
        <p:spPr>
          <a:xfrm>
            <a:off x="5140072" y="2335782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1445517E-B668-4F29-B2D0-95D57F05D16F}"/>
              </a:ext>
            </a:extLst>
          </p:cNvPr>
          <p:cNvSpPr/>
          <p:nvPr/>
        </p:nvSpPr>
        <p:spPr>
          <a:xfrm>
            <a:off x="3499013" y="2863561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5BAF5ED-E193-4F21-845A-BEE33A512BE7}"/>
              </a:ext>
            </a:extLst>
          </p:cNvPr>
          <p:cNvSpPr/>
          <p:nvPr/>
        </p:nvSpPr>
        <p:spPr>
          <a:xfrm>
            <a:off x="7798047" y="4883150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552B03E-CA25-4A99-AFC9-BBEEEB6EE014}"/>
              </a:ext>
            </a:extLst>
          </p:cNvPr>
          <p:cNvSpPr/>
          <p:nvPr/>
        </p:nvSpPr>
        <p:spPr>
          <a:xfrm>
            <a:off x="7782276" y="4173538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2BDF651C-279F-4FB5-B461-8843002C7B8E}"/>
              </a:ext>
            </a:extLst>
          </p:cNvPr>
          <p:cNvSpPr/>
          <p:nvPr/>
        </p:nvSpPr>
        <p:spPr>
          <a:xfrm>
            <a:off x="7782276" y="3769392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FEFF1388-E932-447D-AA75-825716404F2C}"/>
              </a:ext>
            </a:extLst>
          </p:cNvPr>
          <p:cNvSpPr/>
          <p:nvPr/>
        </p:nvSpPr>
        <p:spPr>
          <a:xfrm>
            <a:off x="8246048" y="3859880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4D186D3D-E122-4AC2-8126-52CCD7401ABA}"/>
              </a:ext>
            </a:extLst>
          </p:cNvPr>
          <p:cNvSpPr/>
          <p:nvPr/>
        </p:nvSpPr>
        <p:spPr>
          <a:xfrm>
            <a:off x="7174963" y="2938392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53F5AE64-8152-48EE-8AFB-91807FABA4A7}"/>
              </a:ext>
            </a:extLst>
          </p:cNvPr>
          <p:cNvSpPr/>
          <p:nvPr/>
        </p:nvSpPr>
        <p:spPr>
          <a:xfrm>
            <a:off x="6554649" y="2970339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0931B510-0CCC-4B31-9462-FAB3308F9B3F}"/>
              </a:ext>
            </a:extLst>
          </p:cNvPr>
          <p:cNvSpPr/>
          <p:nvPr/>
        </p:nvSpPr>
        <p:spPr>
          <a:xfrm>
            <a:off x="6012181" y="5967412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A565641D-1F8B-46B2-852A-CE3683DB13CD}"/>
              </a:ext>
            </a:extLst>
          </p:cNvPr>
          <p:cNvSpPr/>
          <p:nvPr/>
        </p:nvSpPr>
        <p:spPr>
          <a:xfrm>
            <a:off x="4591051" y="5645149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BB5E06D5-13BB-47C3-8B26-D778854DE07B}"/>
              </a:ext>
            </a:extLst>
          </p:cNvPr>
          <p:cNvSpPr/>
          <p:nvPr/>
        </p:nvSpPr>
        <p:spPr>
          <a:xfrm>
            <a:off x="6182107" y="3678904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36F64B77-D9A3-4EDF-A74F-71BBEE562524}"/>
              </a:ext>
            </a:extLst>
          </p:cNvPr>
          <p:cNvSpPr/>
          <p:nvPr/>
        </p:nvSpPr>
        <p:spPr>
          <a:xfrm>
            <a:off x="6554649" y="1999742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995E0531-48C2-4F04-9D7F-7223A52060F8}"/>
              </a:ext>
            </a:extLst>
          </p:cNvPr>
          <p:cNvSpPr/>
          <p:nvPr/>
        </p:nvSpPr>
        <p:spPr>
          <a:xfrm>
            <a:off x="6267070" y="2135188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9D060CA3-ED0C-4B52-AD84-D4C21A835512}"/>
              </a:ext>
            </a:extLst>
          </p:cNvPr>
          <p:cNvSpPr/>
          <p:nvPr/>
        </p:nvSpPr>
        <p:spPr>
          <a:xfrm>
            <a:off x="6354244" y="1092451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1F19894A-212E-4FE6-8DC0-47A0DA7D7579}"/>
              </a:ext>
            </a:extLst>
          </p:cNvPr>
          <p:cNvSpPr/>
          <p:nvPr/>
        </p:nvSpPr>
        <p:spPr>
          <a:xfrm>
            <a:off x="6014028" y="1020918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E7D7EC47-C6DD-47FB-9725-D5715F65043B}"/>
              </a:ext>
            </a:extLst>
          </p:cNvPr>
          <p:cNvSpPr/>
          <p:nvPr/>
        </p:nvSpPr>
        <p:spPr>
          <a:xfrm>
            <a:off x="8660861" y="2757417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F83BE95D-CBBA-40EA-AB0C-FD95148D5320}"/>
              </a:ext>
            </a:extLst>
          </p:cNvPr>
          <p:cNvSpPr/>
          <p:nvPr/>
        </p:nvSpPr>
        <p:spPr>
          <a:xfrm>
            <a:off x="7333489" y="1419224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441BFF1E-EE7A-41FA-B375-2474B78ADBB9}"/>
              </a:ext>
            </a:extLst>
          </p:cNvPr>
          <p:cNvSpPr/>
          <p:nvPr/>
        </p:nvSpPr>
        <p:spPr>
          <a:xfrm>
            <a:off x="6794786" y="2469607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02D253E3-24F8-47F7-8984-19A112A081B5}"/>
              </a:ext>
            </a:extLst>
          </p:cNvPr>
          <p:cNvSpPr/>
          <p:nvPr/>
        </p:nvSpPr>
        <p:spPr>
          <a:xfrm>
            <a:off x="4324762" y="4219575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7B97A2B7-85A8-4A2D-ABC2-82D55A727848}"/>
              </a:ext>
            </a:extLst>
          </p:cNvPr>
          <p:cNvCxnSpPr>
            <a:stCxn id="16" idx="0"/>
            <a:endCxn id="17" idx="4"/>
          </p:cNvCxnSpPr>
          <p:nvPr/>
        </p:nvCxnSpPr>
        <p:spPr>
          <a:xfrm flipV="1">
            <a:off x="8500555" y="3092577"/>
            <a:ext cx="0" cy="22726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9826BC1D-125C-435F-96AA-CDBB25EA7D46}"/>
              </a:ext>
            </a:extLst>
          </p:cNvPr>
          <p:cNvCxnSpPr>
            <a:stCxn id="16" idx="4"/>
            <a:endCxn id="24" idx="0"/>
          </p:cNvCxnSpPr>
          <p:nvPr/>
        </p:nvCxnSpPr>
        <p:spPr>
          <a:xfrm flipH="1">
            <a:off x="8331011" y="3500820"/>
            <a:ext cx="169544" cy="35906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C4EAA662-0145-4741-B058-7F418E1ED040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7952202" y="3859880"/>
            <a:ext cx="293846" cy="9048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1DC29E6E-87E6-4325-BB92-34E3EA1EAAA8}"/>
              </a:ext>
            </a:extLst>
          </p:cNvPr>
          <p:cNvCxnSpPr>
            <a:stCxn id="22" idx="0"/>
            <a:endCxn id="23" idx="4"/>
          </p:cNvCxnSpPr>
          <p:nvPr/>
        </p:nvCxnSpPr>
        <p:spPr>
          <a:xfrm flipV="1">
            <a:off x="7867239" y="3950367"/>
            <a:ext cx="0" cy="22317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EDBAC35F-F250-4CBE-B315-9D83B125E1E9}"/>
              </a:ext>
            </a:extLst>
          </p:cNvPr>
          <p:cNvCxnSpPr>
            <a:stCxn id="18" idx="6"/>
            <a:endCxn id="34" idx="2"/>
          </p:cNvCxnSpPr>
          <p:nvPr/>
        </p:nvCxnSpPr>
        <p:spPr>
          <a:xfrm>
            <a:off x="8323644" y="2779950"/>
            <a:ext cx="337217" cy="6795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DB716A67-4EC5-4F70-9778-47C548C68B07}"/>
              </a:ext>
            </a:extLst>
          </p:cNvPr>
          <p:cNvCxnSpPr>
            <a:cxnSpLocks/>
            <a:stCxn id="17" idx="6"/>
            <a:endCxn id="34" idx="3"/>
          </p:cNvCxnSpPr>
          <p:nvPr/>
        </p:nvCxnSpPr>
        <p:spPr>
          <a:xfrm flipV="1">
            <a:off x="8585518" y="2911889"/>
            <a:ext cx="100228" cy="902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A138A1F0-80C3-45CE-8052-98A12F39052A}"/>
              </a:ext>
            </a:extLst>
          </p:cNvPr>
          <p:cNvCxnSpPr>
            <a:cxnSpLocks/>
          </p:cNvCxnSpPr>
          <p:nvPr/>
        </p:nvCxnSpPr>
        <p:spPr>
          <a:xfrm flipV="1">
            <a:off x="7344889" y="2780888"/>
            <a:ext cx="808829" cy="2489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3DFCEA4F-A3C1-4C9C-88F8-D2D01EA18B1A}"/>
              </a:ext>
            </a:extLst>
          </p:cNvPr>
          <p:cNvCxnSpPr>
            <a:stCxn id="26" idx="6"/>
            <a:endCxn id="25" idx="2"/>
          </p:cNvCxnSpPr>
          <p:nvPr/>
        </p:nvCxnSpPr>
        <p:spPr>
          <a:xfrm flipV="1">
            <a:off x="6724575" y="3028880"/>
            <a:ext cx="450388" cy="319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Conector recto de flecha 1024">
            <a:extLst>
              <a:ext uri="{FF2B5EF4-FFF2-40B4-BE49-F238E27FC236}">
                <a16:creationId xmlns:a16="http://schemas.microsoft.com/office/drawing/2014/main" id="{5EF74718-CE55-4081-8D80-DB09F71C8A18}"/>
              </a:ext>
            </a:extLst>
          </p:cNvPr>
          <p:cNvCxnSpPr>
            <a:stCxn id="26" idx="0"/>
            <a:endCxn id="36" idx="3"/>
          </p:cNvCxnSpPr>
          <p:nvPr/>
        </p:nvCxnSpPr>
        <p:spPr>
          <a:xfrm flipV="1">
            <a:off x="6639612" y="2624079"/>
            <a:ext cx="180059" cy="3462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2" name="Conector recto de flecha 1031">
            <a:extLst>
              <a:ext uri="{FF2B5EF4-FFF2-40B4-BE49-F238E27FC236}">
                <a16:creationId xmlns:a16="http://schemas.microsoft.com/office/drawing/2014/main" id="{F78D3853-B706-4788-8369-BA1C223BD608}"/>
              </a:ext>
            </a:extLst>
          </p:cNvPr>
          <p:cNvCxnSpPr>
            <a:stCxn id="36" idx="6"/>
            <a:endCxn id="15" idx="2"/>
          </p:cNvCxnSpPr>
          <p:nvPr/>
        </p:nvCxnSpPr>
        <p:spPr>
          <a:xfrm flipV="1">
            <a:off x="6964712" y="2525363"/>
            <a:ext cx="198851" cy="347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Conector recto de flecha 1033">
            <a:extLst>
              <a:ext uri="{FF2B5EF4-FFF2-40B4-BE49-F238E27FC236}">
                <a16:creationId xmlns:a16="http://schemas.microsoft.com/office/drawing/2014/main" id="{1B9581DF-B531-465B-91C3-0135E9F0ABB6}"/>
              </a:ext>
            </a:extLst>
          </p:cNvPr>
          <p:cNvCxnSpPr>
            <a:stCxn id="15" idx="7"/>
            <a:endCxn id="14" idx="3"/>
          </p:cNvCxnSpPr>
          <p:nvPr/>
        </p:nvCxnSpPr>
        <p:spPr>
          <a:xfrm flipV="1">
            <a:off x="7308604" y="1975335"/>
            <a:ext cx="574406" cy="48604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6" name="Conector recto de flecha 1035">
            <a:extLst>
              <a:ext uri="{FF2B5EF4-FFF2-40B4-BE49-F238E27FC236}">
                <a16:creationId xmlns:a16="http://schemas.microsoft.com/office/drawing/2014/main" id="{EB59B36A-27BF-4BCD-8027-CC7D27473E56}"/>
              </a:ext>
            </a:extLst>
          </p:cNvPr>
          <p:cNvCxnSpPr>
            <a:stCxn id="14" idx="5"/>
            <a:endCxn id="13" idx="1"/>
          </p:cNvCxnSpPr>
          <p:nvPr/>
        </p:nvCxnSpPr>
        <p:spPr>
          <a:xfrm>
            <a:off x="8003166" y="1975335"/>
            <a:ext cx="96571" cy="2618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8" name="Conector recto de flecha 1037">
            <a:extLst>
              <a:ext uri="{FF2B5EF4-FFF2-40B4-BE49-F238E27FC236}">
                <a16:creationId xmlns:a16="http://schemas.microsoft.com/office/drawing/2014/main" id="{7E6986AB-8F1D-4BF1-9612-CB97FE3D416E}"/>
              </a:ext>
            </a:extLst>
          </p:cNvPr>
          <p:cNvCxnSpPr>
            <a:stCxn id="18" idx="0"/>
            <a:endCxn id="13" idx="4"/>
          </p:cNvCxnSpPr>
          <p:nvPr/>
        </p:nvCxnSpPr>
        <p:spPr>
          <a:xfrm flipH="1" flipV="1">
            <a:off x="8159815" y="2391695"/>
            <a:ext cx="78866" cy="2977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2" name="Conector recto de flecha 1041">
            <a:extLst>
              <a:ext uri="{FF2B5EF4-FFF2-40B4-BE49-F238E27FC236}">
                <a16:creationId xmlns:a16="http://schemas.microsoft.com/office/drawing/2014/main" id="{389ACD5B-C7D9-4577-BA36-3D4E773CDC34}"/>
              </a:ext>
            </a:extLst>
          </p:cNvPr>
          <p:cNvCxnSpPr>
            <a:stCxn id="6" idx="6"/>
            <a:endCxn id="11" idx="1"/>
          </p:cNvCxnSpPr>
          <p:nvPr/>
        </p:nvCxnSpPr>
        <p:spPr>
          <a:xfrm>
            <a:off x="5394961" y="662369"/>
            <a:ext cx="1500879" cy="5470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4" name="Conector recto de flecha 1043">
            <a:extLst>
              <a:ext uri="{FF2B5EF4-FFF2-40B4-BE49-F238E27FC236}">
                <a16:creationId xmlns:a16="http://schemas.microsoft.com/office/drawing/2014/main" id="{930F6BF4-49FF-4BCC-A684-B6D666A88A8A}"/>
              </a:ext>
            </a:extLst>
          </p:cNvPr>
          <p:cNvCxnSpPr>
            <a:stCxn id="30" idx="0"/>
            <a:endCxn id="11" idx="4"/>
          </p:cNvCxnSpPr>
          <p:nvPr/>
        </p:nvCxnSpPr>
        <p:spPr>
          <a:xfrm flipV="1">
            <a:off x="6639612" y="1363914"/>
            <a:ext cx="316306" cy="6358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6" name="Conector recto de flecha 1045">
            <a:extLst>
              <a:ext uri="{FF2B5EF4-FFF2-40B4-BE49-F238E27FC236}">
                <a16:creationId xmlns:a16="http://schemas.microsoft.com/office/drawing/2014/main" id="{8108FC02-D6EE-4CF8-A457-E0F057269E8A}"/>
              </a:ext>
            </a:extLst>
          </p:cNvPr>
          <p:cNvCxnSpPr>
            <a:stCxn id="31" idx="6"/>
            <a:endCxn id="30" idx="3"/>
          </p:cNvCxnSpPr>
          <p:nvPr/>
        </p:nvCxnSpPr>
        <p:spPr>
          <a:xfrm flipV="1">
            <a:off x="6436996" y="2154214"/>
            <a:ext cx="142538" cy="714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8" name="Conector recto de flecha 1047">
            <a:extLst>
              <a:ext uri="{FF2B5EF4-FFF2-40B4-BE49-F238E27FC236}">
                <a16:creationId xmlns:a16="http://schemas.microsoft.com/office/drawing/2014/main" id="{C20642B5-E162-4DDB-A53D-0FE2FBBE4EA0}"/>
              </a:ext>
            </a:extLst>
          </p:cNvPr>
          <p:cNvCxnSpPr>
            <a:stCxn id="31" idx="0"/>
            <a:endCxn id="32" idx="4"/>
          </p:cNvCxnSpPr>
          <p:nvPr/>
        </p:nvCxnSpPr>
        <p:spPr>
          <a:xfrm flipV="1">
            <a:off x="6352033" y="1273426"/>
            <a:ext cx="87174" cy="8617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0" name="Conector recto de flecha 1049">
            <a:extLst>
              <a:ext uri="{FF2B5EF4-FFF2-40B4-BE49-F238E27FC236}">
                <a16:creationId xmlns:a16="http://schemas.microsoft.com/office/drawing/2014/main" id="{426ED466-850B-49B4-992E-2E87CC7AF640}"/>
              </a:ext>
            </a:extLst>
          </p:cNvPr>
          <p:cNvCxnSpPr>
            <a:cxnSpLocks/>
            <a:stCxn id="33" idx="6"/>
            <a:endCxn id="32" idx="2"/>
          </p:cNvCxnSpPr>
          <p:nvPr/>
        </p:nvCxnSpPr>
        <p:spPr>
          <a:xfrm>
            <a:off x="6183954" y="1111406"/>
            <a:ext cx="170290" cy="715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3" name="Conector recto de flecha 1052">
            <a:extLst>
              <a:ext uri="{FF2B5EF4-FFF2-40B4-BE49-F238E27FC236}">
                <a16:creationId xmlns:a16="http://schemas.microsoft.com/office/drawing/2014/main" id="{CF68F803-AB6E-47A5-A87B-7ED485194BE9}"/>
              </a:ext>
            </a:extLst>
          </p:cNvPr>
          <p:cNvCxnSpPr>
            <a:stCxn id="7" idx="6"/>
            <a:endCxn id="33" idx="2"/>
          </p:cNvCxnSpPr>
          <p:nvPr/>
        </p:nvCxnSpPr>
        <p:spPr>
          <a:xfrm>
            <a:off x="5564094" y="1031876"/>
            <a:ext cx="449934" cy="795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5" name="Conector recto de flecha 1054">
            <a:extLst>
              <a:ext uri="{FF2B5EF4-FFF2-40B4-BE49-F238E27FC236}">
                <a16:creationId xmlns:a16="http://schemas.microsoft.com/office/drawing/2014/main" id="{34560335-2EAF-4396-9A08-0202E6AD61C3}"/>
              </a:ext>
            </a:extLst>
          </p:cNvPr>
          <p:cNvCxnSpPr>
            <a:stCxn id="33" idx="7"/>
            <a:endCxn id="8" idx="2"/>
          </p:cNvCxnSpPr>
          <p:nvPr/>
        </p:nvCxnSpPr>
        <p:spPr>
          <a:xfrm flipV="1">
            <a:off x="6159069" y="591471"/>
            <a:ext cx="1909686" cy="4559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7" name="Conector recto de flecha 1056">
            <a:extLst>
              <a:ext uri="{FF2B5EF4-FFF2-40B4-BE49-F238E27FC236}">
                <a16:creationId xmlns:a16="http://schemas.microsoft.com/office/drawing/2014/main" id="{E0CEE224-6047-43F9-8921-186AC8A21366}"/>
              </a:ext>
            </a:extLst>
          </p:cNvPr>
          <p:cNvCxnSpPr>
            <a:stCxn id="18" idx="4"/>
            <a:endCxn id="23" idx="0"/>
          </p:cNvCxnSpPr>
          <p:nvPr/>
        </p:nvCxnSpPr>
        <p:spPr>
          <a:xfrm flipH="1">
            <a:off x="7867239" y="2870437"/>
            <a:ext cx="371442" cy="8989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9" name="Conector recto de flecha 1058">
            <a:extLst>
              <a:ext uri="{FF2B5EF4-FFF2-40B4-BE49-F238E27FC236}">
                <a16:creationId xmlns:a16="http://schemas.microsoft.com/office/drawing/2014/main" id="{2EC8AD82-89AB-4E6D-B3A0-270371C01E32}"/>
              </a:ext>
            </a:extLst>
          </p:cNvPr>
          <p:cNvCxnSpPr>
            <a:stCxn id="18" idx="5"/>
            <a:endCxn id="17" idx="1"/>
          </p:cNvCxnSpPr>
          <p:nvPr/>
        </p:nvCxnSpPr>
        <p:spPr>
          <a:xfrm>
            <a:off x="8298759" y="2843934"/>
            <a:ext cx="141718" cy="941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Elipse 106">
            <a:extLst>
              <a:ext uri="{FF2B5EF4-FFF2-40B4-BE49-F238E27FC236}">
                <a16:creationId xmlns:a16="http://schemas.microsoft.com/office/drawing/2014/main" id="{35064B56-CC00-4E8C-A0C3-461337C50F55}"/>
              </a:ext>
            </a:extLst>
          </p:cNvPr>
          <p:cNvSpPr/>
          <p:nvPr/>
        </p:nvSpPr>
        <p:spPr>
          <a:xfrm>
            <a:off x="6547149" y="5786437"/>
            <a:ext cx="169926" cy="180975"/>
          </a:xfrm>
          <a:prstGeom prst="ellipse">
            <a:avLst/>
          </a:prstGeom>
          <a:solidFill>
            <a:srgbClr val="A65AA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067" name="Conector recto de flecha 1066">
            <a:extLst>
              <a:ext uri="{FF2B5EF4-FFF2-40B4-BE49-F238E27FC236}">
                <a16:creationId xmlns:a16="http://schemas.microsoft.com/office/drawing/2014/main" id="{11AAF1F6-9A95-4693-B3DF-4773213C9CA9}"/>
              </a:ext>
            </a:extLst>
          </p:cNvPr>
          <p:cNvCxnSpPr>
            <a:stCxn id="107" idx="7"/>
            <a:endCxn id="21" idx="3"/>
          </p:cNvCxnSpPr>
          <p:nvPr/>
        </p:nvCxnSpPr>
        <p:spPr>
          <a:xfrm flipV="1">
            <a:off x="6692190" y="5037622"/>
            <a:ext cx="1130742" cy="7753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9" name="Conector recto de flecha 1068">
            <a:extLst>
              <a:ext uri="{FF2B5EF4-FFF2-40B4-BE49-F238E27FC236}">
                <a16:creationId xmlns:a16="http://schemas.microsoft.com/office/drawing/2014/main" id="{816CE28C-C408-4AF9-AB33-96401971D072}"/>
              </a:ext>
            </a:extLst>
          </p:cNvPr>
          <p:cNvCxnSpPr>
            <a:cxnSpLocks/>
            <a:stCxn id="27" idx="6"/>
            <a:endCxn id="107" idx="3"/>
          </p:cNvCxnSpPr>
          <p:nvPr/>
        </p:nvCxnSpPr>
        <p:spPr>
          <a:xfrm flipV="1">
            <a:off x="6182107" y="5940909"/>
            <a:ext cx="389927" cy="1169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2" name="Conector recto de flecha 1071">
            <a:extLst>
              <a:ext uri="{FF2B5EF4-FFF2-40B4-BE49-F238E27FC236}">
                <a16:creationId xmlns:a16="http://schemas.microsoft.com/office/drawing/2014/main" id="{F8D70781-A092-468D-905A-723DB8B379A7}"/>
              </a:ext>
            </a:extLst>
          </p:cNvPr>
          <p:cNvCxnSpPr>
            <a:stCxn id="28" idx="5"/>
            <a:endCxn id="27" idx="2"/>
          </p:cNvCxnSpPr>
          <p:nvPr/>
        </p:nvCxnSpPr>
        <p:spPr>
          <a:xfrm>
            <a:off x="4736092" y="5799621"/>
            <a:ext cx="1276089" cy="2582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4" name="Conector recto de flecha 1073">
            <a:extLst>
              <a:ext uri="{FF2B5EF4-FFF2-40B4-BE49-F238E27FC236}">
                <a16:creationId xmlns:a16="http://schemas.microsoft.com/office/drawing/2014/main" id="{B8623A9E-6005-447E-AE84-D1D267EC3658}"/>
              </a:ext>
            </a:extLst>
          </p:cNvPr>
          <p:cNvCxnSpPr>
            <a:stCxn id="37" idx="4"/>
            <a:endCxn id="28" idx="0"/>
          </p:cNvCxnSpPr>
          <p:nvPr/>
        </p:nvCxnSpPr>
        <p:spPr>
          <a:xfrm>
            <a:off x="4409725" y="4400550"/>
            <a:ext cx="266289" cy="12445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6" name="Conector recto de flecha 1075">
            <a:extLst>
              <a:ext uri="{FF2B5EF4-FFF2-40B4-BE49-F238E27FC236}">
                <a16:creationId xmlns:a16="http://schemas.microsoft.com/office/drawing/2014/main" id="{B271645D-B77A-4C3C-86A7-8339F33CF6C3}"/>
              </a:ext>
            </a:extLst>
          </p:cNvPr>
          <p:cNvCxnSpPr>
            <a:stCxn id="37" idx="1"/>
            <a:endCxn id="20" idx="5"/>
          </p:cNvCxnSpPr>
          <p:nvPr/>
        </p:nvCxnSpPr>
        <p:spPr>
          <a:xfrm flipH="1" flipV="1">
            <a:off x="3644054" y="3018033"/>
            <a:ext cx="705593" cy="12280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8" name="Conector recto de flecha 1077">
            <a:extLst>
              <a:ext uri="{FF2B5EF4-FFF2-40B4-BE49-F238E27FC236}">
                <a16:creationId xmlns:a16="http://schemas.microsoft.com/office/drawing/2014/main" id="{EE62F4C8-5C40-4C93-9F13-23A71A7B74F7}"/>
              </a:ext>
            </a:extLst>
          </p:cNvPr>
          <p:cNvCxnSpPr>
            <a:cxnSpLocks/>
          </p:cNvCxnSpPr>
          <p:nvPr/>
        </p:nvCxnSpPr>
        <p:spPr>
          <a:xfrm flipV="1">
            <a:off x="7944749" y="1246923"/>
            <a:ext cx="150552" cy="5739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0" name="Conector recto de flecha 1079">
            <a:extLst>
              <a:ext uri="{FF2B5EF4-FFF2-40B4-BE49-F238E27FC236}">
                <a16:creationId xmlns:a16="http://schemas.microsoft.com/office/drawing/2014/main" id="{81F004A4-2633-420F-9C81-400FAB53D7FD}"/>
              </a:ext>
            </a:extLst>
          </p:cNvPr>
          <p:cNvCxnSpPr>
            <a:stCxn id="9" idx="6"/>
            <a:endCxn id="10" idx="2"/>
          </p:cNvCxnSpPr>
          <p:nvPr/>
        </p:nvCxnSpPr>
        <p:spPr>
          <a:xfrm flipV="1">
            <a:off x="7860761" y="1182939"/>
            <a:ext cx="207994" cy="904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2" name="Conector recto de flecha 1081">
            <a:extLst>
              <a:ext uri="{FF2B5EF4-FFF2-40B4-BE49-F238E27FC236}">
                <a16:creationId xmlns:a16="http://schemas.microsoft.com/office/drawing/2014/main" id="{CFDF4D4D-3069-45BA-B595-1AECF80AE5C3}"/>
              </a:ext>
            </a:extLst>
          </p:cNvPr>
          <p:cNvCxnSpPr>
            <a:stCxn id="35" idx="7"/>
            <a:endCxn id="9" idx="3"/>
          </p:cNvCxnSpPr>
          <p:nvPr/>
        </p:nvCxnSpPr>
        <p:spPr>
          <a:xfrm flipV="1">
            <a:off x="7478530" y="1337412"/>
            <a:ext cx="237190" cy="1083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4" name="Conector recto de flecha 1083">
            <a:extLst>
              <a:ext uri="{FF2B5EF4-FFF2-40B4-BE49-F238E27FC236}">
                <a16:creationId xmlns:a16="http://schemas.microsoft.com/office/drawing/2014/main" id="{505396DE-4E8A-4A8F-A840-E077546AE474}"/>
              </a:ext>
            </a:extLst>
          </p:cNvPr>
          <p:cNvCxnSpPr>
            <a:stCxn id="11" idx="6"/>
            <a:endCxn id="35" idx="1"/>
          </p:cNvCxnSpPr>
          <p:nvPr/>
        </p:nvCxnSpPr>
        <p:spPr>
          <a:xfrm>
            <a:off x="7040881" y="1273427"/>
            <a:ext cx="317493" cy="1723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6" name="Conector recto de flecha 1085">
            <a:extLst>
              <a:ext uri="{FF2B5EF4-FFF2-40B4-BE49-F238E27FC236}">
                <a16:creationId xmlns:a16="http://schemas.microsoft.com/office/drawing/2014/main" id="{3ED19830-AC4D-4340-816C-AD0D0677F8F2}"/>
              </a:ext>
            </a:extLst>
          </p:cNvPr>
          <p:cNvCxnSpPr>
            <a:stCxn id="11" idx="2"/>
            <a:endCxn id="32" idx="6"/>
          </p:cNvCxnSpPr>
          <p:nvPr/>
        </p:nvCxnSpPr>
        <p:spPr>
          <a:xfrm flipH="1" flipV="1">
            <a:off x="6524170" y="1182939"/>
            <a:ext cx="346785" cy="904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E626CC38-31B1-49BD-B9C1-BF2A1B6B504C}"/>
              </a:ext>
            </a:extLst>
          </p:cNvPr>
          <p:cNvCxnSpPr>
            <a:stCxn id="32" idx="5"/>
            <a:endCxn id="30" idx="1"/>
          </p:cNvCxnSpPr>
          <p:nvPr/>
        </p:nvCxnSpPr>
        <p:spPr>
          <a:xfrm>
            <a:off x="6499285" y="1246923"/>
            <a:ext cx="80249" cy="7793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382EC939-A487-4F19-A16D-5CBC9FDC2CE1}"/>
              </a:ext>
            </a:extLst>
          </p:cNvPr>
          <p:cNvCxnSpPr>
            <a:stCxn id="13" idx="5"/>
            <a:endCxn id="34" idx="1"/>
          </p:cNvCxnSpPr>
          <p:nvPr/>
        </p:nvCxnSpPr>
        <p:spPr>
          <a:xfrm>
            <a:off x="8219893" y="2365192"/>
            <a:ext cx="465853" cy="4187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2F30C823-A629-4BB2-8282-8B47EE02F69E}"/>
              </a:ext>
            </a:extLst>
          </p:cNvPr>
          <p:cNvCxnSpPr>
            <a:stCxn id="13" idx="0"/>
            <a:endCxn id="10" idx="4"/>
          </p:cNvCxnSpPr>
          <p:nvPr/>
        </p:nvCxnSpPr>
        <p:spPr>
          <a:xfrm flipH="1" flipV="1">
            <a:off x="8153718" y="1273426"/>
            <a:ext cx="6097" cy="9372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12ED51A0-E7D4-43D7-9B15-A364861F30EB}"/>
              </a:ext>
            </a:extLst>
          </p:cNvPr>
          <p:cNvCxnSpPr>
            <a:stCxn id="12" idx="6"/>
            <a:endCxn id="26" idx="2"/>
          </p:cNvCxnSpPr>
          <p:nvPr/>
        </p:nvCxnSpPr>
        <p:spPr>
          <a:xfrm>
            <a:off x="5773710" y="3002090"/>
            <a:ext cx="780939" cy="587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6246C8B1-EDB6-4BF1-BC0B-54CB99AB752A}"/>
              </a:ext>
            </a:extLst>
          </p:cNvPr>
          <p:cNvCxnSpPr>
            <a:stCxn id="19" idx="5"/>
            <a:endCxn id="12" idx="1"/>
          </p:cNvCxnSpPr>
          <p:nvPr/>
        </p:nvCxnSpPr>
        <p:spPr>
          <a:xfrm>
            <a:off x="5285113" y="2490254"/>
            <a:ext cx="343556" cy="4478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4223F008-53FA-49D2-9A39-9E367AD5C27F}"/>
              </a:ext>
            </a:extLst>
          </p:cNvPr>
          <p:cNvCxnSpPr>
            <a:stCxn id="22" idx="7"/>
            <a:endCxn id="24" idx="3"/>
          </p:cNvCxnSpPr>
          <p:nvPr/>
        </p:nvCxnSpPr>
        <p:spPr>
          <a:xfrm flipV="1">
            <a:off x="7927317" y="4014352"/>
            <a:ext cx="343616" cy="1856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B8FD07A4-8090-46D7-A10B-3C51FAD249AF}"/>
              </a:ext>
            </a:extLst>
          </p:cNvPr>
          <p:cNvCxnSpPr>
            <a:stCxn id="22" idx="4"/>
            <a:endCxn id="21" idx="0"/>
          </p:cNvCxnSpPr>
          <p:nvPr/>
        </p:nvCxnSpPr>
        <p:spPr>
          <a:xfrm>
            <a:off x="7867239" y="4354513"/>
            <a:ext cx="15771" cy="5286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A4F4E738-0244-4CF9-8C38-C0C96DAB576F}"/>
              </a:ext>
            </a:extLst>
          </p:cNvPr>
          <p:cNvCxnSpPr>
            <a:stCxn id="21" idx="7"/>
            <a:endCxn id="24" idx="4"/>
          </p:cNvCxnSpPr>
          <p:nvPr/>
        </p:nvCxnSpPr>
        <p:spPr>
          <a:xfrm flipV="1">
            <a:off x="7943088" y="4040855"/>
            <a:ext cx="387923" cy="86879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F35BF3A9-8051-4F77-ABB0-CC2640E644DB}"/>
              </a:ext>
            </a:extLst>
          </p:cNvPr>
          <p:cNvCxnSpPr>
            <a:endCxn id="36" idx="1"/>
          </p:cNvCxnSpPr>
          <p:nvPr/>
        </p:nvCxnSpPr>
        <p:spPr>
          <a:xfrm>
            <a:off x="6639612" y="2196667"/>
            <a:ext cx="180059" cy="29944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CEE394DA-0254-4419-BA36-7A7A776FAA17}"/>
              </a:ext>
            </a:extLst>
          </p:cNvPr>
          <p:cNvCxnSpPr>
            <a:stCxn id="30" idx="7"/>
            <a:endCxn id="35" idx="3"/>
          </p:cNvCxnSpPr>
          <p:nvPr/>
        </p:nvCxnSpPr>
        <p:spPr>
          <a:xfrm flipV="1">
            <a:off x="6699690" y="1573696"/>
            <a:ext cx="658684" cy="4525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Conector recto de flecha 85">
            <a:extLst>
              <a:ext uri="{FF2B5EF4-FFF2-40B4-BE49-F238E27FC236}">
                <a16:creationId xmlns:a16="http://schemas.microsoft.com/office/drawing/2014/main" id="{63F18297-AB85-406C-B599-92950EDA48F3}"/>
              </a:ext>
            </a:extLst>
          </p:cNvPr>
          <p:cNvCxnSpPr>
            <a:stCxn id="30" idx="4"/>
            <a:endCxn id="26" idx="1"/>
          </p:cNvCxnSpPr>
          <p:nvPr/>
        </p:nvCxnSpPr>
        <p:spPr>
          <a:xfrm flipH="1">
            <a:off x="6579534" y="2180717"/>
            <a:ext cx="60078" cy="8161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56F86885-FEF7-452B-8823-83CBBB0EDFDB}"/>
              </a:ext>
            </a:extLst>
          </p:cNvPr>
          <p:cNvCxnSpPr>
            <a:cxnSpLocks/>
            <a:stCxn id="20" idx="7"/>
            <a:endCxn id="19" idx="3"/>
          </p:cNvCxnSpPr>
          <p:nvPr/>
        </p:nvCxnSpPr>
        <p:spPr>
          <a:xfrm flipV="1">
            <a:off x="3644054" y="2490254"/>
            <a:ext cx="1520903" cy="399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8FA6FD53-20DC-4FD2-927C-FBD56359A70D}"/>
              </a:ext>
            </a:extLst>
          </p:cNvPr>
          <p:cNvCxnSpPr>
            <a:stCxn id="29" idx="4"/>
            <a:endCxn id="27" idx="0"/>
          </p:cNvCxnSpPr>
          <p:nvPr/>
        </p:nvCxnSpPr>
        <p:spPr>
          <a:xfrm flipH="1">
            <a:off x="6097144" y="3859879"/>
            <a:ext cx="169926" cy="21075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6A1D4D73-2A34-4094-88FC-253CF49C79AE}"/>
              </a:ext>
            </a:extLst>
          </p:cNvPr>
          <p:cNvCxnSpPr>
            <a:stCxn id="29" idx="6"/>
            <a:endCxn id="22" idx="2"/>
          </p:cNvCxnSpPr>
          <p:nvPr/>
        </p:nvCxnSpPr>
        <p:spPr>
          <a:xfrm>
            <a:off x="6352033" y="3769392"/>
            <a:ext cx="1430243" cy="49463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EEE6CE96-785D-43A5-A7BD-05E0E11E3E60}"/>
              </a:ext>
            </a:extLst>
          </p:cNvPr>
          <p:cNvCxnSpPr>
            <a:stCxn id="20" idx="0"/>
            <a:endCxn id="4" idx="3"/>
          </p:cNvCxnSpPr>
          <p:nvPr/>
        </p:nvCxnSpPr>
        <p:spPr>
          <a:xfrm flipV="1">
            <a:off x="3583976" y="1573697"/>
            <a:ext cx="1031960" cy="12898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Conector recto de flecha 95">
            <a:extLst>
              <a:ext uri="{FF2B5EF4-FFF2-40B4-BE49-F238E27FC236}">
                <a16:creationId xmlns:a16="http://schemas.microsoft.com/office/drawing/2014/main" id="{2082FB13-C4F1-4AD4-8B8D-EC43ED5ECBF0}"/>
              </a:ext>
            </a:extLst>
          </p:cNvPr>
          <p:cNvCxnSpPr>
            <a:stCxn id="4" idx="7"/>
            <a:endCxn id="6" idx="3"/>
          </p:cNvCxnSpPr>
          <p:nvPr/>
        </p:nvCxnSpPr>
        <p:spPr>
          <a:xfrm flipV="1">
            <a:off x="4736092" y="726353"/>
            <a:ext cx="513828" cy="7193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ector recto de flecha 97">
            <a:extLst>
              <a:ext uri="{FF2B5EF4-FFF2-40B4-BE49-F238E27FC236}">
                <a16:creationId xmlns:a16="http://schemas.microsoft.com/office/drawing/2014/main" id="{5631A899-4823-44CD-AEEE-D5EC73497C11}"/>
              </a:ext>
            </a:extLst>
          </p:cNvPr>
          <p:cNvCxnSpPr>
            <a:stCxn id="6" idx="5"/>
            <a:endCxn id="7" idx="1"/>
          </p:cNvCxnSpPr>
          <p:nvPr/>
        </p:nvCxnSpPr>
        <p:spPr>
          <a:xfrm>
            <a:off x="5370076" y="726353"/>
            <a:ext cx="48977" cy="2415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BB5B1A6D-BAB2-4DC7-A6A6-D5D71E55F73F}"/>
              </a:ext>
            </a:extLst>
          </p:cNvPr>
          <p:cNvCxnSpPr>
            <a:stCxn id="4" idx="5"/>
            <a:endCxn id="31" idx="1"/>
          </p:cNvCxnSpPr>
          <p:nvPr/>
        </p:nvCxnSpPr>
        <p:spPr>
          <a:xfrm>
            <a:off x="4736092" y="1573697"/>
            <a:ext cx="1555863" cy="5879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Conector recto de flecha 102">
            <a:extLst>
              <a:ext uri="{FF2B5EF4-FFF2-40B4-BE49-F238E27FC236}">
                <a16:creationId xmlns:a16="http://schemas.microsoft.com/office/drawing/2014/main" id="{DCA3E0F0-9CDB-42FE-90C2-0C5DF0D4089E}"/>
              </a:ext>
            </a:extLst>
          </p:cNvPr>
          <p:cNvCxnSpPr>
            <a:stCxn id="31" idx="7"/>
            <a:endCxn id="11" idx="3"/>
          </p:cNvCxnSpPr>
          <p:nvPr/>
        </p:nvCxnSpPr>
        <p:spPr>
          <a:xfrm flipV="1">
            <a:off x="6412111" y="1337411"/>
            <a:ext cx="483729" cy="8242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ector recto de flecha 104">
            <a:extLst>
              <a:ext uri="{FF2B5EF4-FFF2-40B4-BE49-F238E27FC236}">
                <a16:creationId xmlns:a16="http://schemas.microsoft.com/office/drawing/2014/main" id="{33AE4734-43B3-435A-AB43-DFF1CC3E9BAF}"/>
              </a:ext>
            </a:extLst>
          </p:cNvPr>
          <p:cNvCxnSpPr>
            <a:stCxn id="19" idx="6"/>
            <a:endCxn id="31" idx="2"/>
          </p:cNvCxnSpPr>
          <p:nvPr/>
        </p:nvCxnSpPr>
        <p:spPr>
          <a:xfrm flipV="1">
            <a:off x="5309998" y="2225676"/>
            <a:ext cx="957072" cy="2005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Conector recto de flecha 107">
            <a:extLst>
              <a:ext uri="{FF2B5EF4-FFF2-40B4-BE49-F238E27FC236}">
                <a16:creationId xmlns:a16="http://schemas.microsoft.com/office/drawing/2014/main" id="{C710BA62-2277-432D-BDD3-0AFEAD07DE8A}"/>
              </a:ext>
            </a:extLst>
          </p:cNvPr>
          <p:cNvCxnSpPr>
            <a:stCxn id="4" idx="4"/>
            <a:endCxn id="19" idx="2"/>
          </p:cNvCxnSpPr>
          <p:nvPr/>
        </p:nvCxnSpPr>
        <p:spPr>
          <a:xfrm>
            <a:off x="4676014" y="1600200"/>
            <a:ext cx="464058" cy="8260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Conector recto de flecha 109">
            <a:extLst>
              <a:ext uri="{FF2B5EF4-FFF2-40B4-BE49-F238E27FC236}">
                <a16:creationId xmlns:a16="http://schemas.microsoft.com/office/drawing/2014/main" id="{35D65342-A4E0-4E93-897B-5A254D1F227A}"/>
              </a:ext>
            </a:extLst>
          </p:cNvPr>
          <p:cNvCxnSpPr>
            <a:stCxn id="20" idx="5"/>
            <a:endCxn id="29" idx="2"/>
          </p:cNvCxnSpPr>
          <p:nvPr/>
        </p:nvCxnSpPr>
        <p:spPr>
          <a:xfrm>
            <a:off x="3644054" y="3018033"/>
            <a:ext cx="2538053" cy="7513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3F4E44BF-CE19-4233-A991-157B7214A263}"/>
              </a:ext>
            </a:extLst>
          </p:cNvPr>
          <p:cNvCxnSpPr>
            <a:stCxn id="29" idx="5"/>
            <a:endCxn id="21" idx="1"/>
          </p:cNvCxnSpPr>
          <p:nvPr/>
        </p:nvCxnSpPr>
        <p:spPr>
          <a:xfrm>
            <a:off x="6327148" y="3833376"/>
            <a:ext cx="1495784" cy="1076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Conector recto de flecha 113">
            <a:extLst>
              <a:ext uri="{FF2B5EF4-FFF2-40B4-BE49-F238E27FC236}">
                <a16:creationId xmlns:a16="http://schemas.microsoft.com/office/drawing/2014/main" id="{5656F5ED-DE4A-4F8F-A03A-92DA7C36C33B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3680201" y="2938105"/>
            <a:ext cx="1923583" cy="639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A67A9C12-B763-4E60-86B8-52BE0A04D41A}"/>
              </a:ext>
            </a:extLst>
          </p:cNvPr>
          <p:cNvCxnSpPr>
            <a:stCxn id="4" idx="6"/>
            <a:endCxn id="33" idx="3"/>
          </p:cNvCxnSpPr>
          <p:nvPr/>
        </p:nvCxnSpPr>
        <p:spPr>
          <a:xfrm flipV="1">
            <a:off x="4760977" y="1175390"/>
            <a:ext cx="1277936" cy="3343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Conector recto de flecha 119">
            <a:extLst>
              <a:ext uri="{FF2B5EF4-FFF2-40B4-BE49-F238E27FC236}">
                <a16:creationId xmlns:a16="http://schemas.microsoft.com/office/drawing/2014/main" id="{4F049C21-2B3F-49B4-872B-10D2DC7593A9}"/>
              </a:ext>
            </a:extLst>
          </p:cNvPr>
          <p:cNvCxnSpPr>
            <a:stCxn id="4" idx="5"/>
            <a:endCxn id="12" idx="0"/>
          </p:cNvCxnSpPr>
          <p:nvPr/>
        </p:nvCxnSpPr>
        <p:spPr>
          <a:xfrm>
            <a:off x="4736092" y="1573697"/>
            <a:ext cx="952655" cy="13379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Conector recto de flecha 121">
            <a:extLst>
              <a:ext uri="{FF2B5EF4-FFF2-40B4-BE49-F238E27FC236}">
                <a16:creationId xmlns:a16="http://schemas.microsoft.com/office/drawing/2014/main" id="{4A244ACC-4490-45BF-9297-25870BA6EC2D}"/>
              </a:ext>
            </a:extLst>
          </p:cNvPr>
          <p:cNvCxnSpPr>
            <a:stCxn id="6" idx="7"/>
            <a:endCxn id="8" idx="1"/>
          </p:cNvCxnSpPr>
          <p:nvPr/>
        </p:nvCxnSpPr>
        <p:spPr>
          <a:xfrm flipV="1">
            <a:off x="5370076" y="527486"/>
            <a:ext cx="2723564" cy="7089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Conector recto de flecha 123">
            <a:extLst>
              <a:ext uri="{FF2B5EF4-FFF2-40B4-BE49-F238E27FC236}">
                <a16:creationId xmlns:a16="http://schemas.microsoft.com/office/drawing/2014/main" id="{2FAA6F54-AC76-4B25-B1F0-87A39A6D775D}"/>
              </a:ext>
            </a:extLst>
          </p:cNvPr>
          <p:cNvCxnSpPr>
            <a:stCxn id="8" idx="4"/>
            <a:endCxn id="10" idx="0"/>
          </p:cNvCxnSpPr>
          <p:nvPr/>
        </p:nvCxnSpPr>
        <p:spPr>
          <a:xfrm>
            <a:off x="8153718" y="681958"/>
            <a:ext cx="0" cy="4104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Conector recto de flecha 125">
            <a:extLst>
              <a:ext uri="{FF2B5EF4-FFF2-40B4-BE49-F238E27FC236}">
                <a16:creationId xmlns:a16="http://schemas.microsoft.com/office/drawing/2014/main" id="{BE08E8A2-7D56-4E21-9433-C2BE1B1FB383}"/>
              </a:ext>
            </a:extLst>
          </p:cNvPr>
          <p:cNvCxnSpPr>
            <a:stCxn id="7" idx="7"/>
          </p:cNvCxnSpPr>
          <p:nvPr/>
        </p:nvCxnSpPr>
        <p:spPr>
          <a:xfrm flipV="1">
            <a:off x="5539209" y="598384"/>
            <a:ext cx="2512242" cy="3695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8" name="Conector recto de flecha 1087">
            <a:extLst>
              <a:ext uri="{FF2B5EF4-FFF2-40B4-BE49-F238E27FC236}">
                <a16:creationId xmlns:a16="http://schemas.microsoft.com/office/drawing/2014/main" id="{ADC3FE6E-49B0-4817-B5A6-1B53795EBA95}"/>
              </a:ext>
            </a:extLst>
          </p:cNvPr>
          <p:cNvCxnSpPr>
            <a:stCxn id="9" idx="7"/>
            <a:endCxn id="8" idx="3"/>
          </p:cNvCxnSpPr>
          <p:nvPr/>
        </p:nvCxnSpPr>
        <p:spPr>
          <a:xfrm flipV="1">
            <a:off x="7835876" y="655455"/>
            <a:ext cx="257764" cy="5539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0" name="Conector recto de flecha 1089">
            <a:extLst>
              <a:ext uri="{FF2B5EF4-FFF2-40B4-BE49-F238E27FC236}">
                <a16:creationId xmlns:a16="http://schemas.microsoft.com/office/drawing/2014/main" id="{3DFF6D43-AF3F-4C68-9C57-4088485D678C}"/>
              </a:ext>
            </a:extLst>
          </p:cNvPr>
          <p:cNvCxnSpPr>
            <a:stCxn id="9" idx="4"/>
            <a:endCxn id="14" idx="1"/>
          </p:cNvCxnSpPr>
          <p:nvPr/>
        </p:nvCxnSpPr>
        <p:spPr>
          <a:xfrm>
            <a:off x="7775798" y="1363915"/>
            <a:ext cx="107212" cy="4834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2" name="Conector recto de flecha 1091">
            <a:extLst>
              <a:ext uri="{FF2B5EF4-FFF2-40B4-BE49-F238E27FC236}">
                <a16:creationId xmlns:a16="http://schemas.microsoft.com/office/drawing/2014/main" id="{80F5A139-D4F9-4B7A-B06A-C4E3281C5C89}"/>
              </a:ext>
            </a:extLst>
          </p:cNvPr>
          <p:cNvCxnSpPr>
            <a:stCxn id="6" idx="6"/>
            <a:endCxn id="32" idx="1"/>
          </p:cNvCxnSpPr>
          <p:nvPr/>
        </p:nvCxnSpPr>
        <p:spPr>
          <a:xfrm>
            <a:off x="5394961" y="662369"/>
            <a:ext cx="984168" cy="4565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3239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Nuria Hernando González</dc:creator>
  <cp:lastModifiedBy>Nuria Hernando González</cp:lastModifiedBy>
  <cp:revision>2</cp:revision>
  <dcterms:created xsi:type="dcterms:W3CDTF">2021-10-27T17:28:41Z</dcterms:created>
  <dcterms:modified xsi:type="dcterms:W3CDTF">2021-10-27T23:06:28Z</dcterms:modified>
</cp:coreProperties>
</file>